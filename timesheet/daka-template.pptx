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140398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74410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261305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345991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357230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400515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281452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94186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243538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117172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41138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7409A-EF00-4C38-AF88-662FAAD1A7BB}" type="datetimeFigureOut">
              <a:rPr lang="zh-MO" altLang="en-US" smtClean="0"/>
              <a:t>1/9/2026</a:t>
            </a:fld>
            <a:endParaRPr lang="zh-MO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MO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D47AE-AD3E-4E61-BF02-9F7F14632343}" type="slidenum">
              <a:rPr lang="zh-MO" altLang="en-US" smtClean="0"/>
              <a:t>‹#›</a:t>
            </a:fld>
            <a:endParaRPr lang="zh-MO" altLang="en-US"/>
          </a:p>
        </p:txBody>
      </p:sp>
    </p:spTree>
    <p:extLst>
      <p:ext uri="{BB962C8B-B14F-4D97-AF65-F5344CB8AC3E}">
        <p14:creationId xmlns:p14="http://schemas.microsoft.com/office/powerpoint/2010/main" val="375552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數字, 螢幕擷取畫面, 行 的圖片&#10;&#10;自動產生的描述">
            <a:extLst>
              <a:ext uri="{FF2B5EF4-FFF2-40B4-BE49-F238E27FC236}">
                <a16:creationId xmlns:a16="http://schemas.microsoft.com/office/drawing/2014/main" id="{23C56CDF-DD7D-2015-3A2C-6469C54A7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00"/>
            <a:ext cx="3100835" cy="68400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E0AC9D-FFC8-0F6E-2929-F2D67316B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4058"/>
              </p:ext>
            </p:extLst>
          </p:nvPr>
        </p:nvGraphicFramePr>
        <p:xfrm>
          <a:off x="199645" y="2654423"/>
          <a:ext cx="2892372" cy="3321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709">
                  <a:extLst>
                    <a:ext uri="{9D8B030D-6E8A-4147-A177-3AD203B41FA5}">
                      <a16:colId xmlns:a16="http://schemas.microsoft.com/office/drawing/2014/main" val="257631346"/>
                    </a:ext>
                  </a:extLst>
                </a:gridCol>
                <a:gridCol w="440471">
                  <a:extLst>
                    <a:ext uri="{9D8B030D-6E8A-4147-A177-3AD203B41FA5}">
                      <a16:colId xmlns:a16="http://schemas.microsoft.com/office/drawing/2014/main" val="2601931556"/>
                    </a:ext>
                  </a:extLst>
                </a:gridCol>
                <a:gridCol w="432126">
                  <a:extLst>
                    <a:ext uri="{9D8B030D-6E8A-4147-A177-3AD203B41FA5}">
                      <a16:colId xmlns:a16="http://schemas.microsoft.com/office/drawing/2014/main" val="1928787752"/>
                    </a:ext>
                  </a:extLst>
                </a:gridCol>
                <a:gridCol w="437281">
                  <a:extLst>
                    <a:ext uri="{9D8B030D-6E8A-4147-A177-3AD203B41FA5}">
                      <a16:colId xmlns:a16="http://schemas.microsoft.com/office/drawing/2014/main" val="2993669330"/>
                    </a:ext>
                  </a:extLst>
                </a:gridCol>
                <a:gridCol w="447740">
                  <a:extLst>
                    <a:ext uri="{9D8B030D-6E8A-4147-A177-3AD203B41FA5}">
                      <a16:colId xmlns:a16="http://schemas.microsoft.com/office/drawing/2014/main" val="3905730081"/>
                    </a:ext>
                  </a:extLst>
                </a:gridCol>
                <a:gridCol w="438215">
                  <a:extLst>
                    <a:ext uri="{9D8B030D-6E8A-4147-A177-3AD203B41FA5}">
                      <a16:colId xmlns:a16="http://schemas.microsoft.com/office/drawing/2014/main" val="2689106856"/>
                    </a:ext>
                  </a:extLst>
                </a:gridCol>
                <a:gridCol w="254830">
                  <a:extLst>
                    <a:ext uri="{9D8B030D-6E8A-4147-A177-3AD203B41FA5}">
                      <a16:colId xmlns:a16="http://schemas.microsoft.com/office/drawing/2014/main" val="824305111"/>
                    </a:ext>
                  </a:extLst>
                </a:gridCol>
              </a:tblGrid>
              <a:tr h="2197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@@D01C2@@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@@D01C6@@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1503127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@@D02C2@@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@@D02C6@@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429412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@@D03C0@@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@@D03C2@@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@@D03C6@@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9633099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@@D04C0@@</a:t>
                      </a:r>
                      <a:endParaRPr lang="zh-MO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@@D04C1@@</a:t>
                      </a:r>
                      <a:endParaRPr lang="zh-MO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@@D04C2@@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@@D04C5@@</a:t>
                      </a:r>
                      <a:endParaRPr lang="zh-MO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@@D04C6@@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334722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@@D05C1@@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@@D05C2@@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@@D05C6@@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3866051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@@D06C1@@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@@D06C2@@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@@D06C6@@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2292287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@@D07C2@@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@@D07C6@@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358733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@@D08C2@@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@@D08C6@@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85513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@@D09C2@@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@@D09C3@@</a:t>
                      </a:r>
                      <a:endParaRPr lang="zh-MO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@@D09C6@@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9317471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@@D10C2@@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@@D10C6@@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0780820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@@D11C0@@</a:t>
                      </a:r>
                      <a:endParaRPr lang="zh-MO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@@D11C1@@</a:t>
                      </a:r>
                      <a:endParaRPr lang="zh-MO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@@D11C2@@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@@D11C5@@</a:t>
                      </a:r>
                      <a:endParaRPr lang="zh-MO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@@D11C6@@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2337781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@@D12C2@@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@@D12C5@@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@@D12C6@@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271618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@@D13C2@@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@@D13C5@@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@@D13C6@@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1243171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@@D14C2@@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@@D14C6@@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9255163"/>
                  </a:ext>
                </a:extLst>
              </a:tr>
              <a:tr h="2215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@@D15C2@@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@@D15C6@@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220127"/>
                  </a:ext>
                </a:extLst>
              </a:tr>
            </a:tbl>
          </a:graphicData>
        </a:graphic>
      </p:graphicFrame>
      <p:pic>
        <p:nvPicPr>
          <p:cNvPr id="13" name="圖片 12" descr="一張含有 文字, 數字 的圖片&#10;&#10;自動產生的描述">
            <a:extLst>
              <a:ext uri="{FF2B5EF4-FFF2-40B4-BE49-F238E27FC236}">
                <a16:creationId xmlns:a16="http://schemas.microsoft.com/office/drawing/2014/main" id="{800B9486-1548-F957-8DA1-55173D4E6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171" y="18000"/>
            <a:ext cx="3116433" cy="6840000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5412B79-38A7-45FC-5DDB-148D20C17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84714"/>
              </p:ext>
            </p:extLst>
          </p:nvPr>
        </p:nvGraphicFramePr>
        <p:xfrm>
          <a:off x="3605449" y="2408227"/>
          <a:ext cx="2813921" cy="3545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728">
                  <a:extLst>
                    <a:ext uri="{9D8B030D-6E8A-4147-A177-3AD203B41FA5}">
                      <a16:colId xmlns:a16="http://schemas.microsoft.com/office/drawing/2014/main" val="257631346"/>
                    </a:ext>
                  </a:extLst>
                </a:gridCol>
                <a:gridCol w="448714">
                  <a:extLst>
                    <a:ext uri="{9D8B030D-6E8A-4147-A177-3AD203B41FA5}">
                      <a16:colId xmlns:a16="http://schemas.microsoft.com/office/drawing/2014/main" val="260193155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1928787752"/>
                    </a:ext>
                  </a:extLst>
                </a:gridCol>
                <a:gridCol w="440243">
                  <a:extLst>
                    <a:ext uri="{9D8B030D-6E8A-4147-A177-3AD203B41FA5}">
                      <a16:colId xmlns:a16="http://schemas.microsoft.com/office/drawing/2014/main" val="2993669330"/>
                    </a:ext>
                  </a:extLst>
                </a:gridCol>
                <a:gridCol w="452782">
                  <a:extLst>
                    <a:ext uri="{9D8B030D-6E8A-4147-A177-3AD203B41FA5}">
                      <a16:colId xmlns:a16="http://schemas.microsoft.com/office/drawing/2014/main" val="3905730081"/>
                    </a:ext>
                  </a:extLst>
                </a:gridCol>
                <a:gridCol w="432855">
                  <a:extLst>
                    <a:ext uri="{9D8B030D-6E8A-4147-A177-3AD203B41FA5}">
                      <a16:colId xmlns:a16="http://schemas.microsoft.com/office/drawing/2014/main" val="2689106856"/>
                    </a:ext>
                  </a:extLst>
                </a:gridCol>
                <a:gridCol w="205739">
                  <a:extLst>
                    <a:ext uri="{9D8B030D-6E8A-4147-A177-3AD203B41FA5}">
                      <a16:colId xmlns:a16="http://schemas.microsoft.com/office/drawing/2014/main" val="824305111"/>
                    </a:ext>
                  </a:extLst>
                </a:gridCol>
              </a:tblGrid>
              <a:tr h="218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@@D16C2@@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@@D16C6@@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1503127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@@D17C2@@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@@D17C6@@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429412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@@D18C2@@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@@D18C6@@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9633099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@@D19C2@@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@@D19C6@@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334722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@@D20C2@@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@@D20C6@@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3866051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@@D21C2@@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@@D21C6@@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2292287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@@D22C2@@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@@D22C6@@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358733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@@D23C2@@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@@D23C6@@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685513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@@D24C1@@</a:t>
                      </a:r>
                      <a:endParaRPr lang="zh-MO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@@D24C2@@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@@D24C5@@</a:t>
                      </a:r>
                      <a:endParaRPr lang="zh-MO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@@D24C6@@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9317471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@@D25C1@@</a:t>
                      </a:r>
                      <a:endParaRPr lang="zh-MO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@@D25C2@@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@@D25C5@@</a:t>
                      </a:r>
                      <a:endParaRPr lang="zh-MO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Abad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@@D25C6@@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0780820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@@D26C2@@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@@D26C6@@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2337781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@@D27C2@@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@@D27C6@@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271618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@@D28C2@@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@@D28C6@@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1243171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@@D29C2@@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Wingdings" panose="05000000000000000000" pitchFamily="2" charset="2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@@D29C6@@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9255163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@@D30C2@@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@@D30C3@@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@@D30C4@@</a:t>
                      </a:r>
                      <a:endParaRPr lang="zh-MO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@@D30C6@@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220127"/>
                  </a:ext>
                </a:extLst>
              </a:tr>
              <a:tr h="221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@@D31C0@@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@@D31C1@@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新細明體" panose="02020500000000000000" pitchFamily="18" charset="-120"/>
                        </a:rPr>
                        <a:t>@@D31C2@@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@@D31C3@@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@@D31C4@@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@@D31C5@@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@@D31C6@@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573536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D8137386-BCCB-C232-6AB1-F41AE0FA70E0}"/>
              </a:ext>
            </a:extLst>
          </p:cNvPr>
          <p:cNvSpPr txBox="1"/>
          <p:nvPr/>
        </p:nvSpPr>
        <p:spPr>
          <a:xfrm>
            <a:off x="2074785" y="176147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MO" dirty="0"/>
              <a:t>@@MONTH@@</a:t>
            </a:r>
            <a:endParaRPr lang="zh-MO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3125564-C534-E074-ED33-31FC2A908133}"/>
              </a:ext>
            </a:extLst>
          </p:cNvPr>
          <p:cNvSpPr txBox="1"/>
          <p:nvPr/>
        </p:nvSpPr>
        <p:spPr>
          <a:xfrm>
            <a:off x="1100832" y="2050741"/>
            <a:ext cx="822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威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銀</a:t>
            </a:r>
            <a:endParaRPr lang="zh-MO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2827B76-9367-E3D4-D343-34F886B1EE3C}"/>
              </a:ext>
            </a:extLst>
          </p:cNvPr>
          <p:cNvSpPr txBox="1"/>
          <p:nvPr/>
        </p:nvSpPr>
        <p:spPr>
          <a:xfrm>
            <a:off x="4517256" y="2052221"/>
            <a:ext cx="844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威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銀</a:t>
            </a:r>
            <a:endParaRPr lang="zh-MO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A50FC2F-5D23-7688-8748-21599D7C15EF}"/>
              </a:ext>
            </a:extLst>
          </p:cNvPr>
          <p:cNvSpPr txBox="1"/>
          <p:nvPr/>
        </p:nvSpPr>
        <p:spPr>
          <a:xfrm>
            <a:off x="1506245" y="6107837"/>
            <a:ext cx="14026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MO" altLang="en-US" sz="16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Vrinda" panose="020B0502040204020203" pitchFamily="34" charset="0"/>
              </a:rPr>
              <a:t>★</a:t>
            </a:r>
            <a:r>
              <a:rPr lang="en-US" altLang="zh-TW" sz="16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Vrinda" panose="020B0502040204020203" pitchFamily="34" charset="0"/>
              </a:rPr>
              <a:t>:</a:t>
            </a:r>
            <a:r>
              <a:rPr lang="zh-TW" altLang="en-US" sz="1600" b="1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Vrinda" panose="020B0502040204020203" pitchFamily="34" charset="0"/>
              </a:rPr>
              <a:t>單程</a:t>
            </a:r>
            <a:endParaRPr lang="zh-MO" altLang="en-US" sz="1600" b="1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Vrinda" panose="020B0502040204020203" pitchFamily="34" charset="0"/>
            </a:endParaRPr>
          </a:p>
          <a:p>
            <a:endParaRPr lang="zh-MO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6A4B7E4-9D1C-1426-6D93-C15581BEB07D}"/>
              </a:ext>
            </a:extLst>
          </p:cNvPr>
          <p:cNvSpPr txBox="1"/>
          <p:nvPr/>
        </p:nvSpPr>
        <p:spPr>
          <a:xfrm>
            <a:off x="1322773" y="1762956"/>
            <a:ext cx="84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@@YEAR@@</a:t>
            </a:r>
            <a:endParaRPr lang="zh-MO" altLang="en-US" dirty="0"/>
          </a:p>
        </p:txBody>
      </p:sp>
    </p:spTree>
    <p:extLst>
      <p:ext uri="{BB962C8B-B14F-4D97-AF65-F5344CB8AC3E}">
        <p14:creationId xmlns:p14="http://schemas.microsoft.com/office/powerpoint/2010/main" val="207885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12322</TotalTime>
  <Words>139</Words>
  <Application>Microsoft Office PowerPoint</Application>
  <PresentationFormat>寬螢幕</PresentationFormat>
  <Paragraphs>132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標楷體</vt:lpstr>
      <vt:lpstr>新細明體</vt:lpstr>
      <vt:lpstr>Abadi</vt:lpstr>
      <vt:lpstr>Arial</vt:lpstr>
      <vt:lpstr>Calibri</vt:lpstr>
      <vt:lpstr>Calibri Light</vt:lpstr>
      <vt:lpstr>Wingdings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Jacky CHOI</dc:creator>
  <cp:lastModifiedBy>Jacky CHOI</cp:lastModifiedBy>
  <cp:revision>44</cp:revision>
  <dcterms:created xsi:type="dcterms:W3CDTF">2023-12-05T08:34:59Z</dcterms:created>
  <dcterms:modified xsi:type="dcterms:W3CDTF">2026-09-01T05:55:49Z</dcterms:modified>
</cp:coreProperties>
</file>